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99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</a:rPr>
              <a:t>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93800"/>
            <a:ext cx="8229600" cy="574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</a:rPr>
              <a:t>Title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05000"/>
            <a:ext cx="8229600" cy="345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</a:rPr>
              <a:t>Hello from generated doc.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2026-08-26T06:06:59Z</dcterms:created>
  <dcterms:modified xsi:type="dcterms:W3CDTF">2026-08-26T06:06:59Z</dcterms:modified>
</cp:coreProperties>
</file>